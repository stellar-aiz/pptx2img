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accent1">
          <a:lumMod val="20000"/>
          <a:lumOff val="80000"/>
        </a:schemeClr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2560320" cy="1920240"/>
          </a:xfrm>
          <a:prstGeom prst="rect">
            <a:avLst/>
          </a:prstGeom>
          <a:pattFill prst="dkUpDiag">
            <a:fgClr>
              <a:srgbClr val="245A51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3" name="Rectangle 2"/>
          <p:cNvSpPr/>
          <p:nvPr/>
        </p:nvSpPr>
        <p:spPr>
          <a:xfrm>
            <a:off x="3246120" y="365760"/>
            <a:ext cx="2560320" cy="1920240"/>
          </a:xfrm>
          <a:prstGeom prst="rect">
            <a:avLst/>
          </a:prstGeom>
          <a:pattFill prst="trellis">
            <a:fgClr>
              <a:srgbClr val="245A51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3"/>
          <p:cNvSpPr/>
          <p:nvPr/>
        </p:nvSpPr>
        <p:spPr>
          <a:xfrm>
            <a:off x="6126480" y="365760"/>
            <a:ext cx="2560320" cy="1920240"/>
          </a:xfrm>
          <a:prstGeom prst="rect">
            <a:avLst/>
          </a:prstGeom>
          <a:pattFill prst="ltUpDiag">
            <a:fgClr>
              <a:srgbClr val="245A51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5" name="Rectangle 4"/>
          <p:cNvSpPr/>
          <p:nvPr/>
        </p:nvSpPr>
        <p:spPr>
          <a:xfrm>
            <a:off x="365760" y="2651760"/>
            <a:ext cx="2560320" cy="1920240"/>
          </a:xfrm>
          <a:prstGeom prst="rect">
            <a:avLst/>
          </a:prstGeom>
          <a:pattFill prst="horz">
            <a:fgClr>
              <a:srgbClr val="245A51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6" name="Rectangle 5"/>
          <p:cNvSpPr/>
          <p:nvPr/>
        </p:nvSpPr>
        <p:spPr>
          <a:xfrm>
            <a:off x="3246120" y="2651760"/>
            <a:ext cx="2560320" cy="1920240"/>
          </a:xfrm>
          <a:prstGeom prst="rect">
            <a:avLst/>
          </a:prstGeom>
          <a:pattFill prst="cross">
            <a:fgClr>
              <a:srgbClr val="245A51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7" name="Rectangle 6"/>
          <p:cNvSpPr/>
          <p:nvPr/>
        </p:nvSpPr>
        <p:spPr>
          <a:xfrm>
            <a:off x="6126480" y="2651760"/>
            <a:ext cx="2560320" cy="1920240"/>
          </a:xfrm>
          <a:prstGeom prst="rect">
            <a:avLst/>
          </a:prstGeom>
          <a:pattFill prst="pct50">
            <a:fgClr>
              <a:srgbClr val="245A51"/>
            </a:fgClr>
            <a:bgClr>
              <a:srgbClr val="FFFFFF"/>
            </a:bgClr>
          </a:patt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365760" y="365760"/>
            <a:ext cx="4754880" cy="4114800"/>
            <a:chOff x="365760" y="365760"/>
            <a:chExt cx="4754880" cy="4114800"/>
          </a:xfrm>
          <a:solidFill>
            <a:srgbClr val="C37B49"/>
          </a:solidFill>
        </p:grpSpPr>
        <p:sp>
          <p:nvSpPr>
            <p:cNvPr id="3" name="Rounded Rectangle 2"/>
            <p:cNvSpPr/>
            <p:nvPr/>
          </p:nvSpPr>
          <p:spPr>
            <a:xfrm>
              <a:off x="365760" y="365760"/>
              <a:ext cx="3291840" cy="1188720"/>
            </a:xfrm>
            <a:prstGeom prst="roundRect">
              <a:avLst/>
            </a:prstGeom>
            <a:grpFill/>
            <a:ln>
              <a:noFill/>
            </a:ln>
          </p:spPr>
        </p:sp>
        <p:sp>
          <p:nvSpPr>
            <p:cNvPr id="4" name="Rounded Rectangle 3"/>
            <p:cNvSpPr/>
            <p:nvPr/>
          </p:nvSpPr>
          <p:spPr>
            <a:xfrm>
              <a:off x="365760" y="1828800"/>
              <a:ext cx="3291840" cy="1188720"/>
            </a:xfrm>
            <a:prstGeom prst="roundRect">
              <a:avLst/>
            </a:prstGeom>
            <a:grpFill/>
            <a:ln>
              <a:noFill/>
            </a:ln>
          </p:spPr>
        </p:sp>
        <p:sp>
          <p:nvSpPr>
            <p:cNvPr id="5" name="Rounded Rectangle 4"/>
            <p:cNvSpPr/>
            <p:nvPr/>
          </p:nvSpPr>
          <p:spPr>
            <a:xfrm>
              <a:off x="365760" y="3291840"/>
              <a:ext cx="3291840" cy="1188720"/>
            </a:xfrm>
            <a:prstGeom prst="roundRect">
              <a:avLst/>
            </a:prstGeom>
            <a:grpFill/>
            <a:ln>
              <a:noFill/>
            </a:ln>
          </p:spPr>
        </p:sp>
        <p:grpSp>
          <p:nvGrpSpPr>
            <p:cNvPr id="6" name="Group 5"/>
            <p:cNvGrpSpPr/>
            <p:nvPr/>
          </p:nvGrpSpPr>
          <p:grpSpPr>
            <a:xfrm>
              <a:off x="3931920" y="365760"/>
              <a:ext cx="1188720" cy="1188720"/>
              <a:chOff x="3931920" y="365760"/>
              <a:chExt cx="1188720" cy="1188720"/>
            </a:xfrm>
            <a:grpFill/>
          </p:grpSpPr>
          <p:sp>
            <p:nvSpPr>
              <p:cNvPr id="7" name="Oval 6"/>
              <p:cNvSpPr/>
              <p:nvPr/>
            </p:nvSpPr>
            <p:spPr>
              <a:xfrm>
                <a:off x="3931920" y="365760"/>
                <a:ext cx="1188720" cy="1188720"/>
              </a:xfrm>
              <a:prstGeom prst="ellipse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8" name="Oval 7"/>
          <p:cNvSpPr/>
          <p:nvPr/>
        </p:nvSpPr>
        <p:spPr>
          <a:xfrm>
            <a:off x="3931920" y="2011680"/>
            <a:ext cx="2377440" cy="256032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" name="Rounded Rectangle 8"/>
          <p:cNvSpPr/>
          <p:nvPr/>
        </p:nvSpPr>
        <p:spPr>
          <a:xfrm>
            <a:off x="6309360" y="2011680"/>
            <a:ext cx="2377440" cy="256032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