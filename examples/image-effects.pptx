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1. alphaModFix 50%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94560"/>
            <a:ext cx="4389120" cy="32918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76656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112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0976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0976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0976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5840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5840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5840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60704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60704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60704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6766560" y="2194560"/>
            <a:ext cx="438912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2. grayscl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94560"/>
            <a:ext cx="4389120" cy="32918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76656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112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0976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0976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0976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5840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5840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5840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60704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60704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60704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6766560" y="2194560"/>
            <a:ext cx="438912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3. biLevel 50%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94560"/>
            <a:ext cx="4389120" cy="32918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76656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112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0976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0976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0976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5840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5840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5840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60704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60704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60704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6766560" y="2194560"/>
            <a:ext cx="438912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4. lum bright +20% contrast +30%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94560"/>
            <a:ext cx="4389120" cy="32918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76656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112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0976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0976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0976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5840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5840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5840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60704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60704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60704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>
            <a:lum bright="20000" contrast="30000"/>
          </a:blip>
          <a:stretch>
            <a:fillRect/>
          </a:stretch>
        </p:blipFill>
        <p:spPr>
          <a:xfrm>
            <a:off x="6766560" y="2194560"/>
            <a:ext cx="438912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5. a14 saturation 0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94560"/>
            <a:ext cx="4389120" cy="32918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76656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112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0976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0976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0976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5840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5840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5840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60704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60704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60704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66560" y="2194560"/>
            <a:ext cx="438912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6. a14 brightnessContrast -20% / +40%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94560"/>
            <a:ext cx="4389120" cy="32918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76656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112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0976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0976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0976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5840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5840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5840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60704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60704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60704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66560" y="2194560"/>
            <a:ext cx="438912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7. duotone (approximation)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94560"/>
            <a:ext cx="4389120" cy="32918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76656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112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0976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0976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0976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5840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5840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5840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60704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60704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60704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>
            <a:duotone>
              <a:srgbClr val="1F3864"/>
              <a:srgbClr val="FFF2CC"/>
            </a:duotone>
          </a:blip>
          <a:stretch>
            <a:fillRect/>
          </a:stretch>
        </p:blipFill>
        <p:spPr>
          <a:xfrm>
            <a:off x="6766560" y="2194560"/>
            <a:ext cx="438912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8. clrChange white to transparent (approximation)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94560"/>
            <a:ext cx="4389120" cy="32918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76656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112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0976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0976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0976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5840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5840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5840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60704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60704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60704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766560" y="2194560"/>
            <a:ext cx="438912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9a. tile 50%, top-left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94560"/>
            <a:ext cx="4389120" cy="32918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76656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112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0976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0976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0976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5840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5840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5840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60704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60704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60704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tile tx="0" ty="0" sx="50000" sy="50000" flip="none" algn="tl"/>
        </p:blipFill>
        <p:spPr>
          <a:xfrm>
            <a:off x="6766560" y="2194560"/>
            <a:ext cx="438912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9b. tile 40%, centred, offset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94560"/>
            <a:ext cx="4389120" cy="32918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76656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112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0976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0976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0976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5840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5840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5840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60704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60704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60704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tile tx="182880" ty="91440" sx="40000" sy="40000" flip="none" algn="ctr"/>
        </p:blipFill>
        <p:spPr>
          <a:xfrm>
            <a:off x="6766560" y="2194560"/>
            <a:ext cx="438912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9c. tile 50%, flip xy, bottom-right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94560"/>
            <a:ext cx="4389120" cy="32918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76656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112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0976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0976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0976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5840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5840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5840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60704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60704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60704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tile tx="0" ty="0" sx="50000" sy="50000" flip="xy" algn="br"/>
        </p:blipFill>
        <p:spPr>
          <a:xfrm>
            <a:off x="6766560" y="2194560"/>
            <a:ext cx="438912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10. fillRect inset 10% / 20%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94560"/>
            <a:ext cx="4389120" cy="32918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76656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112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0976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0976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0976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5840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5840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5840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60704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60704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60704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 l="10000" t="20000" r="10000" b="20000"/>
          </a:stretch>
        </p:blipFill>
        <p:spPr>
          <a:xfrm>
            <a:off x="6766560" y="2194560"/>
            <a:ext cx="438912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11. useLocalDpi + backgroundRemoval (drawn unchanged)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94560"/>
            <a:ext cx="4389120" cy="32918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76656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112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0976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0976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0976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58400" y="21945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58400" y="329184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58400" y="438912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607040" y="274320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607040" y="384048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607040" y="4937760"/>
            <a:ext cx="548640" cy="54864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0" b="100000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66560" y="2194560"/>
            <a:ext cx="4389120" cy="3291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