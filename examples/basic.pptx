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35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83F38"/>
                </a:solidFill>
                <a:latin typeface="Hiragino Sans"/>
              </a:rPr>
              <a:t>pptx2img — 最初の描画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83F38"/>
                </a:solidFill>
                <a:latin typeface="Hiragino Sans"/>
              </a:rPr>
              <a:t>PPTX を直接読み、Office なしで画像にする。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011680" cy="1645920"/>
          </a:xfrm>
          <a:prstGeom prst="rect">
            <a:avLst/>
          </a:prstGeom>
          <a:solidFill>
            <a:srgbClr val="235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83280" y="2011680"/>
            <a:ext cx="2011680" cy="1645920"/>
          </a:xfrm>
          <a:prstGeom prst="ellipse">
            <a:avLst/>
          </a:prstGeom>
          <a:solidFill>
            <a:srgbClr val="C37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01168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25196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83F38"/>
                </a:solidFill>
                <a:latin typeface="Hiragino Sans"/>
              </a:rPr>
              <a:t>矩形・楕円・日本語テキスト・埋め込み画像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