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36576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31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37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1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272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5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46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50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915669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0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1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2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763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1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2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3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4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525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8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93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97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69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0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271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0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70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766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04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1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3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4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5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89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6395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398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461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499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12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25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37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50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588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136652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15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71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776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146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2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4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5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86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90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4396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073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136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174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1873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00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127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254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2635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90500"/>
            <a:ext cx="2033270" cy="1397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32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