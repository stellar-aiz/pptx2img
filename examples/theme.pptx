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2400">
                <a:solidFill>
                  <a:srgbClr val="183F38"/>
                </a:solidFill>
                <a:latin typeface="+mn-lt"/>
                <a:ea typeface="+mn-ea"/>
              </a:rPr>
              <a:t>テーマの色と日本語フォント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2286000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91840" y="1463040"/>
            <a:ext cx="2286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0" y="1463040"/>
            <a:ext cx="2286000" cy="228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2400">
                <a:solidFill>
                  <a:srgbClr val="183F38"/>
                </a:solidFill>
                <a:latin typeface="+mn-lt"/>
                <a:ea typeface="+mn-ea"/>
              </a:rPr>
              <a:t>日本語の折り返しと明示改行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1800">
                <a:solidFill>
                  <a:srgbClr val="183F38"/>
                </a:solidFill>
                <a:latin typeface="+mn-lt"/>
                <a:ea typeface="+mn-ea"/>
              </a:rPr>
              <a:t>日本語の文字幅を計測して、文章を枠内で折り返します。「句読点」が行頭に残らないことを確認します。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2801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1800">
                <a:solidFill>
                  <a:srgbClr val="183F38"/>
                </a:solidFill>
                <a:latin typeface="+mn-lt"/>
                <a:ea typeface="+mn-ea"/>
              </a:rPr>
              <a:t>一行目</a:t>
            </a:r>
            <a:br/>
            <a:r>
              <a:rPr sz="1800">
                <a:solidFill>
                  <a:srgbClr val="183F38"/>
                </a:solidFill>
                <a:latin typeface="+mn-lt"/>
                <a:ea typeface="+mn-ea"/>
              </a:rPr>
              <a:t>二行目</a:t>
            </a:r>
            <a:br/>
            <a:r>
              <a:rPr sz="1800">
                <a:solidFill>
                  <a:srgbClr val="183F38"/>
                </a:solidFill>
                <a:latin typeface="+mn-lt"/>
                <a:ea typeface="+mn-ea"/>
              </a:rPr>
              <a:t/>
            </a:r>
            <a:br/>
            <a:r>
              <a:rPr sz="1800">
                <a:solidFill>
                  <a:srgbClr val="183F38"/>
                </a:solidFill>
                <a:latin typeface="+mn-lt"/>
                <a:ea typeface="+mn-ea"/>
              </a:rPr>
              <a:t>四行目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45A51"/>
      </a:accent1>
      <a:accent2>
        <a:srgbClr val="C37B4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iragino Sans"/>
        <a:ea typeface=""/>
        <a:cs typeface=""/>
        <a:font script="Jpan" typeface="Hiragino Sans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