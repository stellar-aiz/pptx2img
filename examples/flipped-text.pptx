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828800" cy="1280160"/>
          </a:xfrm>
          <a:prstGeom prst="rect">
            <a:avLst/>
          </a:prstGeom>
          <a:solidFill>
            <a:srgbClr val="9DC3E6"/>
          </a:solidFill>
          <a:ln w="25400">
            <a:solidFill>
              <a:srgbClr val="202020"/>
            </a:solidFill>
          </a:ln>
        </p:spPr>
        <p:txBody>
          <a:bodyPr rtlCol="0" anchor="t" wrap="square"/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Rk 1 none</a:t>
            </a:r>
          </a:p>
        </p:txBody>
      </p:sp>
      <p:sp>
        <p:nvSpPr>
          <p:cNvPr id="3" name="Rectangle 2"/>
          <p:cNvSpPr/>
          <p:nvPr/>
        </p:nvSpPr>
        <p:spPr>
          <a:xfrm flipH="1">
            <a:off x="2514600" y="457200"/>
            <a:ext cx="1828800" cy="1280160"/>
          </a:xfrm>
          <a:prstGeom prst="rect">
            <a:avLst/>
          </a:prstGeom>
          <a:solidFill>
            <a:srgbClr val="9DC3E6"/>
          </a:solidFill>
          <a:ln w="25400">
            <a:solidFill>
              <a:srgbClr val="202020"/>
            </a:solidFill>
          </a:ln>
        </p:spPr>
        <p:txBody>
          <a:bodyPr rtlCol="0" anchor="t" wrap="square"/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Rk 2 flipH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4663440" y="457200"/>
            <a:ext cx="1828800" cy="1280160"/>
          </a:xfrm>
          <a:prstGeom prst="rect">
            <a:avLst/>
          </a:prstGeom>
          <a:solidFill>
            <a:srgbClr val="9DC3E6"/>
          </a:solidFill>
          <a:ln w="25400">
            <a:solidFill>
              <a:srgbClr val="202020"/>
            </a:solidFill>
          </a:ln>
        </p:spPr>
        <p:txBody>
          <a:bodyPr rtlCol="0" anchor="t" wrap="square"/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Rk 3 flipV</a:t>
            </a:r>
          </a:p>
        </p:txBody>
      </p:sp>
      <p:sp>
        <p:nvSpPr>
          <p:cNvPr id="5" name="Rectangle 4"/>
          <p:cNvSpPr/>
          <p:nvPr/>
        </p:nvSpPr>
        <p:spPr>
          <a:xfrm flipH="1" flipV="1">
            <a:off x="6812280" y="457200"/>
            <a:ext cx="1828800" cy="1280160"/>
          </a:xfrm>
          <a:prstGeom prst="rect">
            <a:avLst/>
          </a:prstGeom>
          <a:solidFill>
            <a:srgbClr val="9DC3E6"/>
          </a:solidFill>
          <a:ln w="25400">
            <a:solidFill>
              <a:srgbClr val="202020"/>
            </a:solidFill>
          </a:ln>
        </p:spPr>
        <p:txBody>
          <a:bodyPr rtlCol="0" anchor="t" wrap="square"/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Rk 4 flipHV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365760" y="2926080"/>
            <a:ext cx="1828800" cy="1280160"/>
          </a:xfrm>
          <a:prstGeom prst="rightArrow">
            <a:avLst/>
          </a:prstGeom>
          <a:solidFill>
            <a:srgbClr val="A9D18E"/>
          </a:solidFill>
          <a:ln w="25400">
            <a:solidFill>
              <a:srgbClr val="202020"/>
            </a:solidFill>
          </a:ln>
        </p:spPr>
        <p:txBody>
          <a:bodyPr rtlCol="0" anchor="t" wrap="square"/>
          <a:lstStyle/>
          <a:p>
            <a:pPr algn="l"/>
            <a:r>
              <a:rPr sz="2000">
                <a:solidFill>
                  <a:srgbClr val="000000"/>
                </a:solidFill>
                <a:latin typeface="Arial"/>
              </a:rPr>
              <a:t>Rk 5 arrow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2514600" y="2926080"/>
            <a:ext cx="1828800" cy="1280160"/>
            <a:chOff x="2514600" y="2926080"/>
            <a:chExt cx="1828800" cy="1280160"/>
          </a:xfrm>
        </p:grpSpPr>
        <p:sp>
          <p:nvSpPr>
            <p:cNvPr id="8" name="Rectangle 7"/>
            <p:cNvSpPr/>
            <p:nvPr/>
          </p:nvSpPr>
          <p:spPr>
            <a:xfrm>
              <a:off x="2514600" y="2926080"/>
              <a:ext cx="1828800" cy="1280160"/>
            </a:xfrm>
            <a:prstGeom prst="rect">
              <a:avLst/>
            </a:prstGeom>
            <a:solidFill>
              <a:srgbClr val="F4B183"/>
            </a:solidFill>
            <a:ln w="25400">
              <a:solidFill>
                <a:srgbClr val="202020"/>
              </a:solidFill>
            </a:ln>
          </p:spPr>
          <p:txBody>
            <a:bodyPr rtlCol="0" anchor="t" wrap="square"/>
            <a:lstStyle/>
            <a:p>
              <a:pPr algn="l"/>
              <a:r>
                <a:rPr sz="2000">
                  <a:solidFill>
                    <a:srgbClr val="000000"/>
                  </a:solidFill>
                  <a:latin typeface="Arial"/>
                </a:rPr>
                <a:t>Rk 6 grpH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514600" y="3931920"/>
              <a:ext cx="274320" cy="27432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 flipV="1">
            <a:off x="4663440" y="2926080"/>
            <a:ext cx="1828800" cy="1280160"/>
            <a:chOff x="4663440" y="2926080"/>
            <a:chExt cx="1828800" cy="1280160"/>
          </a:xfrm>
        </p:grpSpPr>
        <p:sp>
          <p:nvSpPr>
            <p:cNvPr id="11" name="Rectangle 10"/>
            <p:cNvSpPr/>
            <p:nvPr/>
          </p:nvSpPr>
          <p:spPr>
            <a:xfrm>
              <a:off x="4663440" y="2926080"/>
              <a:ext cx="1828800" cy="1280160"/>
            </a:xfrm>
            <a:prstGeom prst="rect">
              <a:avLst/>
            </a:prstGeom>
            <a:solidFill>
              <a:srgbClr val="F4B183"/>
            </a:solidFill>
            <a:ln w="25400">
              <a:solidFill>
                <a:srgbClr val="202020"/>
              </a:solidFill>
            </a:ln>
          </p:spPr>
          <p:txBody>
            <a:bodyPr rtlCol="0" anchor="t" wrap="square"/>
            <a:lstStyle/>
            <a:p>
              <a:pPr algn="l"/>
              <a:r>
                <a:rPr sz="2000">
                  <a:solidFill>
                    <a:srgbClr val="000000"/>
                  </a:solidFill>
                  <a:latin typeface="Arial"/>
                </a:rPr>
                <a:t>Rk 7 grpV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63440" y="3931920"/>
              <a:ext cx="274320" cy="27432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 flipH="1">
            <a:off x="6812280" y="2926080"/>
            <a:ext cx="1828800" cy="1280160"/>
            <a:chOff x="6812280" y="2926080"/>
            <a:chExt cx="1828800" cy="1280160"/>
          </a:xfrm>
        </p:grpSpPr>
        <p:sp>
          <p:nvSpPr>
            <p:cNvPr id="14" name="Rectangle 13"/>
            <p:cNvSpPr/>
            <p:nvPr/>
          </p:nvSpPr>
          <p:spPr>
            <a:xfrm flipH="1">
              <a:off x="6812280" y="2926080"/>
              <a:ext cx="1828800" cy="1280160"/>
            </a:xfrm>
            <a:prstGeom prst="rect">
              <a:avLst/>
            </a:prstGeom>
            <a:solidFill>
              <a:srgbClr val="F4B183"/>
            </a:solidFill>
            <a:ln w="25400">
              <a:solidFill>
                <a:srgbClr val="202020"/>
              </a:solidFill>
            </a:ln>
          </p:spPr>
          <p:txBody>
            <a:bodyPr rtlCol="0" anchor="t" wrap="square"/>
            <a:lstStyle/>
            <a:p>
              <a:pPr algn="l"/>
              <a:r>
                <a:rPr sz="2000">
                  <a:solidFill>
                    <a:srgbClr val="000000"/>
                  </a:solidFill>
                  <a:latin typeface="Arial"/>
                </a:rPr>
                <a:t>Rk 8 grpH+H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12280" y="3931920"/>
              <a:ext cx="274320" cy="274320"/>
            </a:xfrm>
            <a:prstGeom prst="rect">
              <a:avLst/>
            </a:prstGeom>
            <a:solidFill>
              <a:srgbClr val="20202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