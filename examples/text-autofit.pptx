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5486400" cy="320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365760"/>
            <a:ext cx="4937760" cy="2286000"/>
          </a:xfrm>
          <a:prstGeom prst="rect">
            <a:avLst/>
          </a:prstGeom>
          <a:noFill/>
        </p:spPr>
        <p:txBody>
          <a:bodyPr wrap="square" tIns="0" bIns="0" lIns="0" rIns="0">
            <a:normAutofit fontScale="10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000000"/>
                </a:solidFill>
                <a:latin typeface="Arial"/>
              </a:rPr>
              <a:t>Auto fit sample ABC 123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000000"/>
                </a:solidFill>
                <a:latin typeface="Arial"/>
              </a:rPr>
              <a:t>Auto fit sample ABC 123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000000"/>
                </a:solidFill>
                <a:latin typeface="Arial"/>
              </a:rPr>
              <a:t>Auto fit sample ABC 123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365760"/>
            <a:ext cx="4937760" cy="2286000"/>
          </a:xfrm>
          <a:prstGeom prst="rect">
            <a:avLst/>
          </a:prstGeom>
          <a:noFill/>
        </p:spPr>
        <p:txBody>
          <a:bodyPr wrap="square" tIns="0" bIns="0" lIns="0" rIns="0">
            <a:normAutofit fontScale="5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000000"/>
                </a:solidFill>
                <a:latin typeface="Arial"/>
              </a:rPr>
              <a:t>Auto fit sample ABC 123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000000"/>
                </a:solidFill>
                <a:latin typeface="Arial"/>
              </a:rPr>
              <a:t>Auto fit sample ABC 123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000000"/>
                </a:solidFill>
                <a:latin typeface="Arial"/>
              </a:rPr>
              <a:t>Auto fit sample ABC 123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365760"/>
            <a:ext cx="4937760" cy="2286000"/>
          </a:xfrm>
          <a:prstGeom prst="rect">
            <a:avLst/>
          </a:prstGeom>
          <a:noFill/>
        </p:spPr>
        <p:txBody>
          <a:bodyPr wrap="square" tIns="0" bIns="0" lIns="0" rIns="0"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000000"/>
                </a:solidFill>
                <a:latin typeface="Arial"/>
              </a:rPr>
              <a:t>Auto fit sample ABC 123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000000"/>
                </a:solidFill>
                <a:latin typeface="Arial"/>
              </a:rPr>
              <a:t>Auto fit sample ABC 123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000000"/>
                </a:solidFill>
                <a:latin typeface="Arial"/>
              </a:rPr>
              <a:t>Auto fit sample ABC 123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097280"/>
            <a:ext cx="1463040" cy="36576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rtlCol="0" anchor="t" wrap="square" tIns="50800" bIns="50800" lIns="50800" rIns="508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000000"/>
                </a:solidFill>
                <a:latin typeface="Arial"/>
              </a:rPr>
              <a:t>Expand 1</a:t>
            </a: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000000"/>
                </a:solidFill>
                <a:latin typeface="Arial"/>
              </a:rPr>
              <a:t>Expand 2</a:t>
            </a: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000000"/>
                </a:solidFill>
                <a:latin typeface="Arial"/>
              </a:rPr>
              <a:t>Expand 3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1679" y="1097280"/>
            <a:ext cx="1463040" cy="36576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rtlCol="0" anchor="ctr" wrap="square" tIns="50800" bIns="50800" lIns="50800" rIns="508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000000"/>
                </a:solidFill>
                <a:latin typeface="Arial"/>
              </a:rPr>
              <a:t>Expand 1</a:t>
            </a: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000000"/>
                </a:solidFill>
                <a:latin typeface="Arial"/>
              </a:rPr>
              <a:t>Expand 2</a:t>
            </a: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000000"/>
                </a:solidFill>
                <a:latin typeface="Arial"/>
              </a:rPr>
              <a:t>Expand 3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39" y="1097280"/>
            <a:ext cx="1463040" cy="36576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rtlCol="0" anchor="b" wrap="square" tIns="50800" bIns="50800" lIns="50800" rIns="508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000000"/>
                </a:solidFill>
                <a:latin typeface="Arial"/>
              </a:rPr>
              <a:t>Expand 1</a:t>
            </a: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000000"/>
                </a:solidFill>
                <a:latin typeface="Arial"/>
              </a:rPr>
              <a:t>Expand 2</a:t>
            </a: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000000"/>
                </a:solidFill>
                <a:latin typeface="Arial"/>
              </a:rPr>
              <a:t>Expand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48640"/>
            <a:ext cx="548640" cy="457200"/>
          </a:xfrm>
          <a:prstGeom prst="rect">
            <a:avLst/>
          </a:prstGeom>
          <a:solidFill>
            <a:srgbClr val="E6F0FF"/>
          </a:solidFill>
          <a:ln w="12700">
            <a:solidFill>
              <a:srgbClr val="2850A0"/>
            </a:solidFill>
          </a:ln>
        </p:spPr>
        <p:txBody>
          <a:bodyPr rtlCol="0" anchor="ctr" wrap="none" tIns="50800" bIns="50800" lIns="76200" rIns="76200">
            <a:spAutoFit/>
          </a:bodyPr>
          <a:lstStyle/>
          <a:p>
            <a:pPr algn="l"/>
            <a:r>
              <a:rPr sz="1800">
                <a:solidFill>
                  <a:srgbClr val="000000"/>
                </a:solidFill>
                <a:latin typeface="Arial"/>
              </a:rPr>
              <a:t>Label L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548640"/>
            <a:ext cx="548640" cy="457200"/>
          </a:xfrm>
          <a:prstGeom prst="rect">
            <a:avLst/>
          </a:prstGeom>
          <a:solidFill>
            <a:srgbClr val="E6F0FF"/>
          </a:solidFill>
          <a:ln w="12700">
            <a:solidFill>
              <a:srgbClr val="2850A0"/>
            </a:solidFill>
          </a:ln>
        </p:spPr>
        <p:txBody>
          <a:bodyPr rtlCol="0" anchor="ctr" wrap="none" tIns="50800" bIns="50800" lIns="76200" rIns="76200">
            <a:spAutoFit/>
          </a:bodyPr>
          <a:lstStyle/>
          <a:p>
            <a:pPr algn="ctr"/>
            <a:r>
              <a:rPr sz="1800">
                <a:solidFill>
                  <a:srgbClr val="000000"/>
                </a:solidFill>
                <a:latin typeface="Arial"/>
              </a:rPr>
              <a:t>Label C</a:t>
            </a:r>
          </a:p>
        </p:txBody>
      </p:sp>
      <p:sp>
        <p:nvSpPr>
          <p:cNvPr id="4" name="Rectangle 3"/>
          <p:cNvSpPr/>
          <p:nvPr/>
        </p:nvSpPr>
        <p:spPr>
          <a:xfrm>
            <a:off x="4251959" y="548640"/>
            <a:ext cx="548640" cy="457200"/>
          </a:xfrm>
          <a:prstGeom prst="rect">
            <a:avLst/>
          </a:prstGeom>
          <a:solidFill>
            <a:srgbClr val="E6F0FF"/>
          </a:solidFill>
          <a:ln w="12700">
            <a:solidFill>
              <a:srgbClr val="2850A0"/>
            </a:solidFill>
          </a:ln>
        </p:spPr>
        <p:txBody>
          <a:bodyPr rtlCol="0" anchor="ctr" wrap="none" tIns="50800" bIns="50800" lIns="76200" rIns="76200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Arial"/>
              </a:rPr>
              <a:t>Label 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1554480" cy="457200"/>
          </a:xfrm>
          <a:prstGeom prst="rect">
            <a:avLst/>
          </a:prstGeom>
          <a:solidFill>
            <a:srgbClr val="E6F0FF"/>
          </a:solidFill>
          <a:ln w="12700">
            <a:solidFill>
              <a:srgbClr val="2850A0"/>
            </a:solidFill>
          </a:ln>
        </p:spPr>
        <p:txBody>
          <a:bodyPr rtlCol="0" anchor="ctr" wrap="none" tIns="50800" bIns="50800" lIns="76200" rIns="76200">
            <a:spAutoFit/>
          </a:bodyPr>
          <a:lstStyle/>
          <a:p>
            <a:pPr algn="l"/>
            <a:r>
              <a:rPr sz="1800">
                <a:solidFill>
                  <a:srgbClr val="000000"/>
                </a:solidFill>
                <a:latin typeface="Arial"/>
              </a:rPr>
              <a:t>Label L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79" y="1828800"/>
            <a:ext cx="1554480" cy="457200"/>
          </a:xfrm>
          <a:prstGeom prst="rect">
            <a:avLst/>
          </a:prstGeom>
          <a:solidFill>
            <a:srgbClr val="E6F0FF"/>
          </a:solidFill>
          <a:ln w="12700">
            <a:solidFill>
              <a:srgbClr val="2850A0"/>
            </a:solidFill>
          </a:ln>
        </p:spPr>
        <p:txBody>
          <a:bodyPr rtlCol="0" anchor="ctr" wrap="none" tIns="50800" bIns="50800" lIns="76200" rIns="76200">
            <a:spAutoFit/>
          </a:bodyPr>
          <a:lstStyle/>
          <a:p>
            <a:pPr algn="ctr"/>
            <a:r>
              <a:rPr sz="1800">
                <a:solidFill>
                  <a:srgbClr val="000000"/>
                </a:solidFill>
                <a:latin typeface="Arial"/>
              </a:rPr>
              <a:t>Label C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1828800"/>
            <a:ext cx="1554480" cy="457200"/>
          </a:xfrm>
          <a:prstGeom prst="rect">
            <a:avLst/>
          </a:prstGeom>
          <a:solidFill>
            <a:srgbClr val="E6F0FF"/>
          </a:solidFill>
          <a:ln w="12700">
            <a:solidFill>
              <a:srgbClr val="2850A0"/>
            </a:solidFill>
          </a:ln>
        </p:spPr>
        <p:txBody>
          <a:bodyPr rtlCol="0" anchor="ctr" wrap="none" tIns="50800" bIns="50800" lIns="76200" rIns="76200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Arial"/>
              </a:rPr>
              <a:t>Label 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