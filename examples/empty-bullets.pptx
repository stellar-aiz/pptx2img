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har char="•"/>
            </a:pPr>
            <a:r>
              <a:rPr sz="2400"/>
              <a:t>First item</a:t>
            </a:r>
          </a:p>
          <a:p>
            <a:pPr marL="342900" indent="-342900">
              <a:buChar char="•"/>
            </a:pPr>
            <a:r>
              <a:rPr sz="2400"/>
              <a:t>Second item</a:t>
            </a:r>
          </a:p>
          <a:p>
            <a:pPr marL="342900" indent="-342900">
              <a:buChar char="•"/>
            </a:pPr>
            <a:endParaRPr sz="2400"/>
          </a:p>
          <a:p>
            <a:pPr marL="342900" indent="-342900">
              <a:buChar char="•"/>
            </a:pPr>
            <a:r>
              <a:rPr sz="2400"/>
              <a:t>Third item after an empty paragraph</a:t>
            </a:r>
          </a:p>
          <a:p>
            <a:pPr marL="342900" indent="-342900">
              <a:buChar char="•"/>
            </a:pPr>
            <a:r>
              <a:rPr sz="2400"/>
              <a:t> </a:t>
            </a:r>
          </a:p>
          <a:p>
            <a:pPr marL="342900" indent="-342900">
              <a:buChar char="•"/>
            </a:pPr>
            <a:r>
              <a:rPr sz="2400"/>
              <a:t>Fourth item after a whitespace-only paragraph</a:t>
            </a:r>
          </a:p>
          <a:p>
            <a:pPr marL="342900" indent="-342900">
              <a:buChar char="•"/>
            </a:pPr>
            <a:endParaRPr sz="2400"/>
          </a:p>
          <a:p>
            <a:pPr marL="342900" indent="-342900">
              <a:buChar char="•"/>
            </a:pP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