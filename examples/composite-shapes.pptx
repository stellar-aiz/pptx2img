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0" name="Rectangle 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245A5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 rot="900000" flipH="1">
            <a:off x="1371600" y="914400"/>
            <a:ext cx="5486400" cy="2743200"/>
            <a:chOff x="914400" y="914400"/>
            <a:chExt cx="2743200" cy="1371600"/>
          </a:xfrm>
        </p:grpSpPr>
        <p:sp>
          <p:nvSpPr>
            <p:cNvPr id="3" name="Rectangle 2"/>
            <p:cNvSpPr/>
            <p:nvPr/>
          </p:nvSpPr>
          <p:spPr>
            <a:xfrm>
              <a:off x="914400" y="914400"/>
              <a:ext cx="914400" cy="914400"/>
            </a:xfrm>
            <a:prstGeom prst="rect">
              <a:avLst/>
            </a:prstGeom>
            <a:solidFill>
              <a:srgbClr val="245A51"/>
            </a:solidFill>
            <a:ln>
              <a:noFill/>
            </a:ln>
          </p:spPr>
        </p:sp>
        <p:sp>
          <p:nvSpPr>
            <p:cNvPr id="4" name="Rectangle 3"/>
            <p:cNvSpPr/>
            <p:nvPr/>
          </p:nvSpPr>
          <p:spPr>
            <a:xfrm>
              <a:off x="2286000" y="1371600"/>
              <a:ext cx="1371600" cy="914400"/>
            </a:xfrm>
            <a:prstGeom prst="rect">
              <a:avLst/>
            </a:prstGeom>
            <a:solidFill>
              <a:srgbClr val="C37B49"/>
            </a:solidFill>
            <a:ln>
              <a:noFill/>
            </a:ln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7315200" cy="27432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1371600">
                <a:tc gridSpan="2"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FFFFFF"/>
                          </a:solidFill>
                          <a:latin typeface="Hiragino Sans"/>
                        </a:defRPr>
                      </a:pPr>
                      <a:r>
                        <a:t>結合した見出し</a:t>
                      </a:r>
                    </a:p>
                  </a:txBody>
                  <a:tcPr>
                    <a:solidFill>
                      <a:srgbClr val="245A51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FFFFFF"/>
                          </a:solidFill>
                          <a:latin typeface="Hiragino Sans"/>
                        </a:defRPr>
                      </a:pPr>
                      <a:r>
                        <a:t>企画</a:t>
                      </a:r>
                    </a:p>
                  </a:txBody>
                  <a:tcPr>
                    <a:solidFill>
                      <a:srgbClr val="C37B49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FFFFFF"/>
                          </a:solidFill>
                          <a:latin typeface="Hiragino Sans"/>
                        </a:defRPr>
                      </a:pPr>
                      <a:r>
                        <a:t>制作</a:t>
                      </a:r>
                    </a:p>
                  </a:txBody>
                  <a:tcPr>
                    <a:solidFill>
                      <a:srgbClr val="245A51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2743200" y="9144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>
                <a:solidFill>
                  <a:srgbClr val="245A51"/>
                </a:solidFill>
                <a:latin typeface="Hiragino Sans"/>
                <a:ea typeface="Hiragino Sans"/>
              </a:rPr>
              <a:t>継承したタイトル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