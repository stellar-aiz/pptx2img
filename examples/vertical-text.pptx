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3152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2920" cy="292608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t" wrap="square" lIns="50800" rIns="50800" tIns="50800" bIns="50800" vert="vert270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Section A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457200"/>
            <a:ext cx="502920" cy="292608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ctr" wrap="square" lIns="50800" rIns="50800" tIns="50800" bIns="50800" vert="vert270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Section B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457200"/>
            <a:ext cx="502920" cy="292608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b" wrap="square" lIns="50800" rIns="50800" tIns="50800" bIns="50800" vert="vert270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Section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457200"/>
            <a:ext cx="502920" cy="292608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t" wrap="square" lIns="50800" rIns="50800" tIns="50800" bIns="50800" vert="vert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Clockwise 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371600" cy="237744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t" wrap="square" lIns="50800" rIns="50800" tIns="50800" bIns="50800" vert="eaVert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  <a:ea typeface="Yu Gothic"/>
              </a:rPr>
              <a:t>縦書きの本文はABCを含み、列の高さを超えて折り返します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3120" y="365760"/>
            <a:ext cx="1371600" cy="237744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ctr" wrap="square" lIns="50800" rIns="50800" tIns="50800" bIns="50800" vert="eaVert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  <a:ea typeface="Yu Gothic"/>
              </a:rPr>
              <a:t>縦書きの本文はABCを含み、列の高さを超えて折り返します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65760"/>
            <a:ext cx="1371600" cy="237744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b" wrap="square" lIns="50800" rIns="50800" tIns="50800" bIns="50800" vert="eaVert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  <a:ea typeface="Yu Gothic"/>
              </a:rPr>
              <a:t>縦書きの本文はABCを含み、列の高さを超えて折り返します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365760"/>
            <a:ext cx="1371600" cy="2377440"/>
          </a:xfrm>
          <a:prstGeom prst="rect">
            <a:avLst/>
          </a:prstGeom>
          <a:solidFill>
            <a:srgbClr val="EBF2FF"/>
          </a:solidFill>
          <a:ln w="12700">
            <a:solidFill>
              <a:srgbClr val="2850A0"/>
            </a:solidFill>
          </a:ln>
        </p:spPr>
        <p:txBody>
          <a:bodyPr rtlCol="0" anchor="t" wrap="square" lIns="50800" rIns="50800" tIns="50800" bIns="50800" vert="eaVert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  <a:ea typeface="Yu Gothic"/>
              </a:rPr>
              <a:t>「括弧」と句読点、長音ー。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