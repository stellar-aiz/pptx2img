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914400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Row 1 Col 1</a:t>
                      </a:r>
                    </a:p>
                  </a:txBody>
                  <a:tcP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Row 1 Col 2</a:t>
                      </a:r>
                    </a:p>
                  </a:txBody>
                  <a:tcPr>
                    <a:solidFill>
                      <a:srgbClr val="FFD9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Row 2 Col 1</a:t>
                      </a:r>
                    </a:p>
                  </a:txBody>
                  <a:tcPr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Row 2 Col 2</a:t>
                      </a:r>
                    </a:p>
                  </a:txBody>
                  <a:tcPr>
                    <a:solidFill>
                      <a:srgbClr val="D9FFD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Row 3 Col 1</a:t>
                      </a:r>
                    </a:p>
                  </a:txBody>
                  <a:tcPr>
                    <a:solidFill>
                      <a:srgbClr val="D9D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Row 3 Col 2</a:t>
                      </a:r>
                    </a:p>
                  </a:txBody>
                  <a:tcPr>
                    <a:solidFill>
                      <a:srgbClr val="D9D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