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48640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4937760" cy="27432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>
            <a:lvl1pPr marL="228600" indent="-228600">
              <a:buChar char="•"/>
              <a:buFont typeface="Arial"/>
              <a:buClr>
                <a:srgbClr val="3366CC"/>
              </a:buClr>
            </a:lvl1pPr>
            <a:lvl2pPr marL="457200" indent="-228600">
              <a:buChar char="•"/>
              <a:buFont typeface="Arial"/>
              <a:buClr>
                <a:srgbClr val="3366CC"/>
              </a:buClr>
            </a:lvl2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latin typeface="Arial"/>
              </a:rPr>
              <a:t>Nested item with enough independent example text to wrap onto another line.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>
                <a:latin typeface="Arial"/>
              </a:rPr>
              <a:t>Nested item with enough independent example text to wrap onto another line.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latin typeface="Arial"/>
              </a:rPr>
              <a:t>Nested item with enough independent example text to wrap onto another line.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>
                <a:latin typeface="Arial"/>
              </a:rPr>
              <a:t>No bullet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4937760" cy="27432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>
            <a:lvl1pPr marL="228600" indent="-228600">
              <a:buAutoNum type="arabicPeriod"/>
              <a:buFont typeface="Arial"/>
              <a:buClr>
                <a:srgbClr val="3366CC"/>
              </a:buClr>
            </a:lvl1pPr>
            <a:lvl2pPr marL="457200" indent="-228600">
              <a:buAutoNum type="arabicPeriod"/>
              <a:buFont typeface="Arial"/>
              <a:buClr>
                <a:srgbClr val="3366CC"/>
              </a:buClr>
            </a:lvl2pPr>
          </a:lstStyle>
          <a:p>
            <a:pPr>
              <a:lnSpc>
                <a:spcPct val="100000"/>
              </a:lnSpc>
              <a:spcAft>
                <a:spcPts val="600"/>
              </a:spcAft>
              <a:buAutoNum type="arabicPeriod" startAt="3"/>
            </a:pPr>
            <a:r>
              <a:rPr sz="1600">
                <a:latin typeface="Arial"/>
              </a:rPr>
              <a:t>Nested item with enough independent example text to wrap onto another line.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>
                <a:latin typeface="Arial"/>
              </a:rPr>
              <a:t>Nested item with enough independent example text to wrap onto another line.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>
                <a:latin typeface="Arial"/>
              </a:rPr>
              <a:t>Nested item with enough independent example text to wrap onto another line.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sz="1600">
                <a:latin typeface="Arial"/>
              </a:rPr>
              <a:t>No bullet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