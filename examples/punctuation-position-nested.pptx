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36576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79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92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204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415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