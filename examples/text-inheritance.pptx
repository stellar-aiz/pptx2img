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486400" cy="3200400" type="screen4x3"/>
  <p:notesSz cx="6858000" cy="9144000"/>
  <p:defaultTextStyle>
    <a:lvl1pPr>
      <a:defRPr sz="1800">
        <a:latin typeface="Arial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>
        <a:defRPr sz="2400">
          <a:latin typeface="Arial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3474720" cy="2560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t>Independent sample paragraph with repeated text for line wrapping.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t>Independent sample paragraph with repeated text for line wrapping.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3474720" cy="2560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>
                <a:latin typeface="Arial"/>
              </a:rPr>
              <a:t>Independent sample paragraph with repeated text for line wrapping.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>
                <a:latin typeface="Arial"/>
              </a:rPr>
              <a:t>Independent sample paragraph with repeated text for line wrapping.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