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Short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Row 2</a:t>
                      </a:r>
                    </a:p>
                  </a:txBody>
                  <a:tcP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This cell holds a long sentence that wraps over several lines, so its row must grow taller than the stored height to keep the text inside the cell.</a:t>
                      </a:r>
                    </a:p>
                  </a:txBody>
                  <a:tcPr>
                    <a:solidFill>
                      <a:srgbClr val="D9FF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Row 3</a:t>
                      </a:r>
                    </a:p>
                  </a:txBody>
                  <a:tcP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Short</a:t>
                      </a:r>
                    </a:p>
                  </a:txBody>
                  <a:tcPr>
                    <a:solidFill>
                      <a:srgbClr val="D9D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Fits</a:t>
                      </a:r>
                    </a:p>
                  </a:txBody>
                  <a:tcPr>
                    <a:solidFill>
                      <a:srgbClr val="FFD9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Row 2</a:t>
                      </a:r>
                    </a:p>
                  </a:txBody>
                  <a:tcPr>
                    <a:solidFill>
                      <a:srgbClr val="D9F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Fits</a:t>
                      </a:r>
                    </a:p>
                  </a:txBody>
                  <a:tcPr>
                    <a:solidFill>
                      <a:srgbClr val="D9F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Row 3</a:t>
                      </a:r>
                    </a:p>
                  </a:txBody>
                  <a:tcPr>
                    <a:solidFill>
                      <a:srgbClr val="D9D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Fits</a:t>
                      </a:r>
                    </a:p>
                  </a:txBody>
                  <a:tcPr>
                    <a:solidFill>
                      <a:srgbClr val="D9D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