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5486400" cy="320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hangingPunct="0">
              <a:lnSpc>
                <a:spcPts val="3000"/>
              </a:lnSpc>
            </a:pPr>
            <a:r>
              <a:rPr sz="2400" lang="ja-JP" spc="0">
                <a:latin typeface="Hiragino Sans"/>
                <a:ea typeface="Hiragino Sans"/>
              </a:rPr>
              <a:t>あ</a:t>
            </a:r>
            <a:r>
              <a:rPr sz="2400" lang="ja-JP" spc="-1200">
                <a:latin typeface="Hiragino Sans"/>
                <a:ea typeface="Hiragino Sans"/>
              </a:rPr>
              <a:t>」</a:t>
            </a:r>
            <a:r>
              <a:rPr sz="2400" lang="ja-JP" spc="-1200">
                <a:latin typeface="Hiragino Sans"/>
                <a:ea typeface="Hiragino Sans"/>
              </a:rPr>
              <a:t>、</a:t>
            </a:r>
            <a:r>
              <a:rPr sz="2400" lang="ja-JP" spc="0">
                <a:latin typeface="Hiragino Sans"/>
                <a:ea typeface="Hiragino Sans"/>
              </a:rPr>
              <a:t>い</a:t>
            </a:r>
            <a:r>
              <a:rPr sz="2400" lang="ja-JP" spc="-1200">
                <a:latin typeface="Hiragino Sans"/>
                <a:ea typeface="Hiragino Sans"/>
              </a:rPr>
              <a:t>。</a:t>
            </a:r>
            <a:r>
              <a:rPr sz="2400" lang="ja-JP" spc="-1200">
                <a:latin typeface="Hiragino Sans"/>
                <a:ea typeface="Hiragino Sans"/>
              </a:rPr>
              <a:t>。</a:t>
            </a:r>
            <a:r>
              <a:rPr sz="2400" lang="ja-JP" spc="0">
                <a:latin typeface="Hiragino Sans"/>
                <a:ea typeface="Hiragino Sans"/>
              </a:rPr>
              <a:t>う</a:t>
            </a:r>
            <a:r>
              <a:rPr sz="2400" lang="ja-JP" spc="-1200">
                <a:latin typeface="Hiragino Sans"/>
                <a:ea typeface="Hiragino Sans"/>
              </a:rPr>
              <a:t>、</a:t>
            </a:r>
            <a:r>
              <a:rPr sz="2400" lang="ja-JP" spc="-1200">
                <a:latin typeface="Hiragino Sans"/>
                <a:ea typeface="Hiragino Sans"/>
              </a:rPr>
              <a:t>、</a:t>
            </a:r>
            <a:r>
              <a:rPr sz="2400" lang="ja-JP" spc="0">
                <a:latin typeface="Hiragino Sans"/>
                <a:ea typeface="Hiragino Sans"/>
              </a:rPr>
              <a:t>え</a:t>
            </a:r>
            <a:r>
              <a:rPr sz="2400" lang="ja-JP" spc="-1200">
                <a:latin typeface="Hiragino Sans"/>
                <a:ea typeface="Hiragino Sans"/>
              </a:rPr>
              <a:t>）</a:t>
            </a:r>
            <a:r>
              <a:rPr sz="2400" lang="ja-JP" spc="-1200">
                <a:latin typeface="Hiragino Sans"/>
                <a:ea typeface="Hiragino Sans"/>
              </a:rPr>
              <a:t>」</a:t>
            </a:r>
            <a:r>
              <a:rPr sz="2400" lang="ja-JP" spc="0">
                <a:latin typeface="Hiragino Sans"/>
                <a:ea typeface="Hiragino Sans"/>
              </a:rPr>
              <a:t>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2296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 hangingPunct="0">
              <a:lnSpc>
                <a:spcPts val="3000"/>
              </a:lnSpc>
            </a:pPr>
            <a:r>
              <a:rPr sz="2400" lang="ja-JP" spc="0">
                <a:latin typeface="Hiragino Sans"/>
                <a:ea typeface="Hiragino Sans"/>
              </a:rPr>
              <a:t>あ</a:t>
            </a:r>
            <a:r>
              <a:rPr sz="2400" lang="ja-JP" spc="-1200">
                <a:latin typeface="Hiragino Sans"/>
                <a:ea typeface="Hiragino Sans"/>
              </a:rPr>
              <a:t>」</a:t>
            </a:r>
            <a:r>
              <a:rPr sz="2400" lang="ja-JP" spc="-1200">
                <a:latin typeface="Hiragino Sans"/>
                <a:ea typeface="Hiragino Sans"/>
              </a:rPr>
              <a:t>、</a:t>
            </a:r>
            <a:r>
              <a:rPr sz="2400" lang="ja-JP" spc="0">
                <a:latin typeface="Hiragino Sans"/>
                <a:ea typeface="Hiragino Sans"/>
              </a:rPr>
              <a:t>い</a:t>
            </a:r>
            <a:r>
              <a:rPr sz="2400" lang="ja-JP" spc="-1200">
                <a:latin typeface="Hiragino Sans"/>
                <a:ea typeface="Hiragino Sans"/>
              </a:rPr>
              <a:t>。</a:t>
            </a:r>
            <a:r>
              <a:rPr sz="2400" lang="ja-JP" spc="-1200">
                <a:latin typeface="Hiragino Sans"/>
                <a:ea typeface="Hiragino Sans"/>
              </a:rPr>
              <a:t>。</a:t>
            </a:r>
            <a:r>
              <a:rPr sz="2400" lang="ja-JP" spc="0">
                <a:latin typeface="Hiragino Sans"/>
                <a:ea typeface="Hiragino Sans"/>
              </a:rPr>
              <a:t>う</a:t>
            </a:r>
            <a:r>
              <a:rPr sz="2400" lang="ja-JP" spc="-1200">
                <a:latin typeface="Hiragino Sans"/>
                <a:ea typeface="Hiragino Sans"/>
              </a:rPr>
              <a:t>、</a:t>
            </a:r>
            <a:r>
              <a:rPr sz="2400" lang="ja-JP" spc="-1200">
                <a:latin typeface="Hiragino Sans"/>
                <a:ea typeface="Hiragino Sans"/>
              </a:rPr>
              <a:t>、</a:t>
            </a:r>
            <a:r>
              <a:rPr sz="2400" lang="ja-JP" spc="0">
                <a:latin typeface="Hiragino Sans"/>
                <a:ea typeface="Hiragino Sans"/>
              </a:rPr>
              <a:t>え</a:t>
            </a:r>
            <a:r>
              <a:rPr sz="2400" lang="ja-JP" spc="-1200">
                <a:latin typeface="Hiragino Sans"/>
                <a:ea typeface="Hiragino Sans"/>
              </a:rPr>
              <a:t>）</a:t>
            </a:r>
            <a:r>
              <a:rPr sz="2400" lang="ja-JP" spc="-1200">
                <a:latin typeface="Hiragino Sans"/>
                <a:ea typeface="Hiragino Sans"/>
              </a:rPr>
              <a:t>」</a:t>
            </a:r>
            <a:r>
              <a:rPr sz="2400" lang="ja-JP" spc="0">
                <a:latin typeface="Hiragino Sans"/>
                <a:ea typeface="Hiragino Sans"/>
              </a:rPr>
              <a:t>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155448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 hangingPunct="0">
              <a:lnSpc>
                <a:spcPts val="3000"/>
              </a:lnSpc>
            </a:pPr>
            <a:r>
              <a:rPr sz="2400" lang="ja-JP" spc="0">
                <a:latin typeface="Hiragino Sans"/>
                <a:ea typeface="Hiragino Sans"/>
              </a:rPr>
              <a:t>あ</a:t>
            </a:r>
            <a:r>
              <a:rPr sz="2400" lang="ja-JP" spc="-1200">
                <a:latin typeface="Hiragino Sans"/>
                <a:ea typeface="Hiragino Sans"/>
              </a:rPr>
              <a:t>」</a:t>
            </a:r>
            <a:r>
              <a:rPr sz="2400" lang="ja-JP" spc="-1200">
                <a:latin typeface="Hiragino Sans"/>
                <a:ea typeface="Hiragino Sans"/>
              </a:rPr>
              <a:t>、</a:t>
            </a:r>
            <a:r>
              <a:rPr sz="2400" lang="ja-JP" spc="0">
                <a:latin typeface="Hiragino Sans"/>
                <a:ea typeface="Hiragino Sans"/>
              </a:rPr>
              <a:t>い</a:t>
            </a:r>
            <a:r>
              <a:rPr sz="2400" lang="ja-JP" spc="-1200">
                <a:latin typeface="Hiragino Sans"/>
                <a:ea typeface="Hiragino Sans"/>
              </a:rPr>
              <a:t>。</a:t>
            </a:r>
            <a:r>
              <a:rPr sz="2400" lang="ja-JP" spc="-1200">
                <a:latin typeface="Hiragino Sans"/>
                <a:ea typeface="Hiragino Sans"/>
              </a:rPr>
              <a:t>。</a:t>
            </a:r>
            <a:r>
              <a:rPr sz="2400" lang="ja-JP" spc="0">
                <a:latin typeface="Hiragino Sans"/>
                <a:ea typeface="Hiragino Sans"/>
              </a:rPr>
              <a:t>う</a:t>
            </a:r>
            <a:r>
              <a:rPr sz="2400" lang="ja-JP" spc="-1200">
                <a:latin typeface="Hiragino Sans"/>
                <a:ea typeface="Hiragino Sans"/>
              </a:rPr>
              <a:t>、</a:t>
            </a:r>
            <a:r>
              <a:rPr sz="2400" lang="ja-JP" spc="-1200">
                <a:latin typeface="Hiragino Sans"/>
                <a:ea typeface="Hiragino Sans"/>
              </a:rPr>
              <a:t>、</a:t>
            </a:r>
            <a:r>
              <a:rPr sz="2400" lang="ja-JP" spc="0">
                <a:latin typeface="Hiragino Sans"/>
                <a:ea typeface="Hiragino Sans"/>
              </a:rPr>
              <a:t>え</a:t>
            </a:r>
            <a:r>
              <a:rPr sz="2400" lang="ja-JP" spc="-1200">
                <a:latin typeface="Hiragino Sans"/>
                <a:ea typeface="Hiragino Sans"/>
              </a:rPr>
              <a:t>）</a:t>
            </a:r>
            <a:r>
              <a:rPr sz="2400" lang="ja-JP" spc="-1200">
                <a:latin typeface="Hiragino Sans"/>
                <a:ea typeface="Hiragino Sans"/>
              </a:rPr>
              <a:t>」</a:t>
            </a:r>
            <a:r>
              <a:rPr sz="2400" lang="ja-JP" spc="0">
                <a:latin typeface="Hiragino Sans"/>
                <a:ea typeface="Hiragino Sans"/>
              </a:rPr>
              <a:t>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2860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hangingPunct="0">
              <a:lnSpc>
                <a:spcPts val="3000"/>
              </a:lnSpc>
            </a:pPr>
            <a:r>
              <a:rPr sz="2400" lang="ja-JP" spc="0">
                <a:latin typeface="Hiragino Sans"/>
                <a:ea typeface="Hiragino Sans"/>
              </a:rPr>
              <a:t>あ</a:t>
            </a:r>
            <a:r>
              <a:rPr sz="2400" lang="ja-JP" spc="-1200">
                <a:latin typeface="Hiragino Sans"/>
                <a:ea typeface="Hiragino Sans"/>
              </a:rPr>
              <a:t>、</a:t>
            </a:r>
            <a:r>
              <a:rPr sz="2400" lang="ja-JP" spc="0">
                <a:latin typeface="Hiragino Sans"/>
                <a:ea typeface="Hiragino Sans"/>
              </a:rPr>
              <a:t>い</a:t>
            </a:r>
            <a:r>
              <a:rPr sz="2400" lang="ja-JP" spc="-1200">
                <a:latin typeface="Hiragino Sans"/>
                <a:ea typeface="Hiragino Sans"/>
              </a:rPr>
              <a:t>。</a:t>
            </a:r>
            <a:r>
              <a:rPr sz="2400" lang="ja-JP" spc="0">
                <a:latin typeface="Hiragino Sans"/>
                <a:ea typeface="Hiragino Sans"/>
              </a:rPr>
              <a:t>う</a:t>
            </a:r>
            <a:r>
              <a:rPr sz="2400" lang="ja-JP" spc="-1200">
                <a:latin typeface="Hiragino Sans"/>
                <a:ea typeface="Hiragino Sans"/>
              </a:rPr>
              <a:t>、</a:t>
            </a:r>
            <a:r>
              <a:rPr sz="2400" lang="ja-JP" spc="0">
                <a:latin typeface="Hiragino Sans"/>
                <a:ea typeface="Hiragino Sans"/>
              </a:rPr>
              <a:t>え</a:t>
            </a:r>
            <a:r>
              <a:rPr sz="2400" lang="ja-JP" spc="-1200">
                <a:latin typeface="Hiragino Sans"/>
                <a:ea typeface="Hiragino Sans"/>
              </a:rPr>
              <a:t>。</a:t>
            </a:r>
            <a:r>
              <a:rPr sz="2400" lang="ja-JP" spc="0">
                <a:latin typeface="Hiragino Sans"/>
                <a:ea typeface="Hiragino Sans"/>
              </a:rPr>
              <a:t>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hangingPunct="0">
              <a:lnSpc>
                <a:spcPts val="3000"/>
              </a:lnSpc>
            </a:pPr>
            <a:r>
              <a:rPr sz="2400" lang="ja-JP" spc="-1200">
                <a:latin typeface="Hiragino Sans"/>
                <a:ea typeface="Hiragino Sans"/>
              </a:rPr>
              <a:t>あ」、い。。う、、え）」お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2296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 hangingPunct="0">
              <a:lnSpc>
                <a:spcPts val="3000"/>
              </a:lnSpc>
            </a:pPr>
            <a:r>
              <a:rPr sz="2400" lang="ja-JP" spc="-1200">
                <a:latin typeface="Hiragino Sans"/>
                <a:ea typeface="Hiragino Sans"/>
              </a:rPr>
              <a:t>あ」、い。。う、、え）」お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155448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 hangingPunct="0">
              <a:lnSpc>
                <a:spcPts val="3000"/>
              </a:lnSpc>
            </a:pPr>
            <a:r>
              <a:rPr sz="2400" lang="ja-JP" spc="-1200">
                <a:latin typeface="Hiragino Sans"/>
                <a:ea typeface="Hiragino Sans"/>
              </a:rPr>
              <a:t>あ」、い。。う、、え）」お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2860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hangingPunct="0">
              <a:lnSpc>
                <a:spcPts val="3000"/>
              </a:lnSpc>
            </a:pPr>
            <a:r>
              <a:rPr sz="2400" lang="ja-JP" spc="-1200">
                <a:latin typeface="Hiragino Sans"/>
                <a:ea typeface="Hiragino Sans"/>
              </a:rPr>
              <a:t>あ、い。う、え。お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hangingPunct="0">
              <a:lnSpc>
                <a:spcPts val="3000"/>
              </a:lnSpc>
            </a:pPr>
            <a:r>
              <a:rPr sz="2400" lang="ja-JP" spc="0">
                <a:latin typeface="Hiragino Sans"/>
                <a:ea typeface="Hiragino Sans"/>
              </a:rPr>
              <a:t>あ」、い。。う、、え）」お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2296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 hangingPunct="0">
              <a:lnSpc>
                <a:spcPts val="3000"/>
              </a:lnSpc>
            </a:pPr>
            <a:r>
              <a:rPr sz="2400" lang="ja-JP" spc="0">
                <a:latin typeface="Hiragino Sans"/>
                <a:ea typeface="Hiragino Sans"/>
              </a:rPr>
              <a:t>あ」、い。。う、、え）」お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155448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 hangingPunct="0">
              <a:lnSpc>
                <a:spcPts val="3000"/>
              </a:lnSpc>
            </a:pPr>
            <a:r>
              <a:rPr sz="2400" lang="ja-JP" spc="0">
                <a:latin typeface="Hiragino Sans"/>
                <a:ea typeface="Hiragino Sans"/>
              </a:rPr>
              <a:t>あ」、い。。う、、え）」お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2860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hangingPunct="0">
              <a:lnSpc>
                <a:spcPts val="3000"/>
              </a:lnSpc>
            </a:pPr>
            <a:r>
              <a:rPr sz="2400" lang="ja-JP" spc="0">
                <a:latin typeface="Hiragino Sans"/>
                <a:ea typeface="Hiragino Sans"/>
              </a:rPr>
              <a:t>あ、い。う、え。お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hangingPunct="0">
              <a:lnSpc>
                <a:spcPts val="3000"/>
              </a:lnSpc>
            </a:pPr>
            <a:r>
              <a:rPr sz="2400" lang="ja-JP" spc="0">
                <a:latin typeface="Hiragino Sans"/>
                <a:ea typeface="Hiragino Sans"/>
              </a:rPr>
              <a:t>あ</a:t>
            </a:r>
            <a:r>
              <a:rPr sz="2400" lang="ja-JP" spc="-1200">
                <a:latin typeface="Hiragino Sans"/>
                <a:ea typeface="Hiragino Sans"/>
              </a:rPr>
              <a:t>」</a:t>
            </a:r>
            <a:r>
              <a:rPr sz="2400" lang="ja-JP" spc="-1200">
                <a:latin typeface="Hiragino Sans"/>
                <a:ea typeface="Hiragino Sans"/>
              </a:rPr>
              <a:t>、</a:t>
            </a:r>
            <a:r>
              <a:rPr sz="2400" lang="ja-JP" spc="0">
                <a:latin typeface="Hiragino Sans"/>
                <a:ea typeface="Hiragino Sans"/>
              </a:rPr>
              <a:t>い</a:t>
            </a:r>
            <a:r>
              <a:rPr sz="2400" lang="ja-JP" spc="-1200">
                <a:latin typeface="Hiragino Sans"/>
                <a:ea typeface="Hiragino Sans"/>
              </a:rPr>
              <a:t>。</a:t>
            </a:r>
            <a:r>
              <a:rPr sz="2400" lang="ja-JP" spc="-1200">
                <a:latin typeface="Hiragino Sans"/>
                <a:ea typeface="Hiragino Sans"/>
              </a:rPr>
              <a:t>。</a:t>
            </a:r>
            <a:r>
              <a:rPr sz="2400" lang="ja-JP" spc="0">
                <a:latin typeface="Hiragino Sans"/>
                <a:ea typeface="Hiragino Sans"/>
              </a:rPr>
              <a:t>う</a:t>
            </a:r>
            <a:r>
              <a:rPr sz="2400" lang="ja-JP" spc="-1200">
                <a:latin typeface="Hiragino Sans"/>
                <a:ea typeface="Hiragino Sans"/>
              </a:rPr>
              <a:t>、</a:t>
            </a:r>
            <a:r>
              <a:rPr sz="2400" lang="ja-JP" spc="-1200">
                <a:latin typeface="Hiragino Sans"/>
                <a:ea typeface="Hiragino Sans"/>
              </a:rPr>
              <a:t>、</a:t>
            </a:r>
            <a:r>
              <a:rPr sz="2400" lang="ja-JP" spc="0">
                <a:latin typeface="Hiragino Sans"/>
                <a:ea typeface="Hiragino Sans"/>
              </a:rPr>
              <a:t>え</a:t>
            </a:r>
            <a:r>
              <a:rPr sz="2400" lang="ja-JP" spc="-1200">
                <a:latin typeface="Hiragino Sans"/>
                <a:ea typeface="Hiragino Sans"/>
              </a:rPr>
              <a:t>）</a:t>
            </a:r>
            <a:r>
              <a:rPr sz="2400" lang="ja-JP" spc="-1200">
                <a:latin typeface="Hiragino Sans"/>
                <a:ea typeface="Hiragino Sans"/>
              </a:rPr>
              <a:t>」</a:t>
            </a:r>
            <a:r>
              <a:rPr sz="2400" lang="ja-JP" spc="0">
                <a:latin typeface="Hiragino Sans"/>
                <a:ea typeface="Hiragino Sans"/>
              </a:rPr>
              <a:t>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9144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hangingPunct="0">
              <a:lnSpc>
                <a:spcPts val="3000"/>
              </a:lnSpc>
            </a:pPr>
            <a:r>
              <a:rPr sz="2400" lang="ja-JP" spc="0">
                <a:latin typeface="Hiragino Sans"/>
                <a:ea typeface="Hiragino Sans"/>
              </a:rPr>
              <a:t>あ」、い。。う、、え）」お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173736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hangingPunct="0">
              <a:lnSpc>
                <a:spcPts val="3000"/>
              </a:lnSpc>
            </a:pPr>
            <a:r>
              <a:rPr sz="2400" lang="ja-JP" spc="-1200">
                <a:latin typeface="Hiragino Sans"/>
                <a:ea typeface="Hiragino Sans"/>
              </a:rPr>
              <a:t>あ、い。う、え。お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73736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hangingPunct="0">
              <a:lnSpc>
                <a:spcPts val="3000"/>
              </a:lnSpc>
            </a:pPr>
            <a:r>
              <a:rPr sz="2400" lang="ja-JP" spc="300">
                <a:latin typeface="Hiragino Sans"/>
                <a:ea typeface="Hiragino Sans"/>
              </a:rPr>
              <a:t>あいうえおかきく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 hangingPunct="0">
              <a:lnSpc>
                <a:spcPts val="3000"/>
              </a:lnSpc>
              <a:defRPr spc="-600"/>
            </a:pPr>
            <a:r>
              <a:rPr sz="2400" lang="ja-JP">
                <a:latin typeface="Hiragino Sans"/>
                <a:ea typeface="Hiragino Sans"/>
              </a:rPr>
              <a:t>あ」、い。。う、、え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2296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 hangingPunct="0">
              <a:lnSpc>
                <a:spcPts val="3000"/>
              </a:lnSpc>
              <a:defRPr spc="-600"/>
            </a:pPr>
            <a:r>
              <a:rPr sz="2400" lang="ja-JP" spc="0">
                <a:latin typeface="Hiragino Sans"/>
                <a:ea typeface="Hiragino Sans"/>
              </a:rPr>
              <a:t>あ」、い。。う、、え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155448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 hangingPunct="0">
              <a:lnSpc>
                <a:spcPts val="3000"/>
              </a:lnSpc>
              <a:defRPr spc="-600"/>
            </a:pPr>
            <a:r>
              <a:rPr sz="2400" lang="ja-JP" spc="300">
                <a:latin typeface="Hiragino Sans"/>
                <a:ea typeface="Hiragino Sans"/>
              </a:rPr>
              <a:t>あ」、い。。う、、え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2860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 hangingPunct="0">
              <a:lnSpc>
                <a:spcPts val="3000"/>
              </a:lnSpc>
              <a:defRPr spc="-600"/>
            </a:pPr>
            <a:r>
              <a:rPr sz="1800" lang="ja-JP">
                <a:latin typeface="Hiragino Sans"/>
                <a:ea typeface="Hiragino Sans"/>
              </a:rPr>
              <a:t>あ」、い。。う、、え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