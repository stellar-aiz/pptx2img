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</p:sldIdLst>
  <p:sldSz cx="3657600" cy="1828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60833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6096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61087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6858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073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1111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136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1492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1619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1746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1873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20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2127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2254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263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327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9144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9271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60833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6096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61087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6858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073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1111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136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1492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1619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1746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1873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20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2127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2254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263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327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9144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9271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60833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6096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61087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6858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073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1111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136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1492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1619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1746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1873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20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2127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2254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263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327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9144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9271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91313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9144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915669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0287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173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2111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236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2492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2619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2746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2873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30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3127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3254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363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427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3716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3843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91313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9144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915669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0287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173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2111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236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2492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2619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2746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2873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30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3127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3254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363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427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3716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3843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91313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9144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915669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0287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173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2111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236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2492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2619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2746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2873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30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3127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3254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363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14427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3716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3843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8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21793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2192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22047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3716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273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3111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336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3492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3619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3746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3873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40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4127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4254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463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527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8288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8415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21793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2192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22047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3716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273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3111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336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3492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3619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3746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3873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40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4127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4254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463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527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8288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8415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21793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2192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22047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3716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273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3111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336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3492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3619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3746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3873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40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4127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4254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463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527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8288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8415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