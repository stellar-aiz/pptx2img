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235A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" name="Rectangle 4"/>
          <p:cNvSpPr/>
          <p:nvPr/>
        </p:nvSpPr>
        <p:spPr>
          <a:xfrm>
            <a:off x="640080" y="2011680"/>
            <a:ext cx="2011680" cy="1645920"/>
          </a:xfrm>
          <a:prstGeom prst="rect">
            <a:avLst/>
          </a:prstGeom>
          <a:solidFill>
            <a:srgbClr val="235A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Oval 5"/>
          <p:cNvSpPr/>
          <p:nvPr/>
        </p:nvSpPr>
        <p:spPr>
          <a:xfrm>
            <a:off x="3383280" y="2011680"/>
            <a:ext cx="2011680" cy="1645920"/>
          </a:xfrm>
          <a:prstGeom prst="ellipse">
            <a:avLst/>
          </a:prstGeom>
          <a:solidFill>
            <a:srgbClr val="C37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011680"/>
            <a:ext cx="2011680" cy="1645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