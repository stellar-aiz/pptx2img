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</p:sldIdLst>
  <p:sldSz cx="3657600" cy="1828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9131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91376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914146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914272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9144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9145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9146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9150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915669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07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136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1746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18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20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21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22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26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32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703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7096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71346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714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716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717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718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722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728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1417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14236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142746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1428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1430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1431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1432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1436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1442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27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0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336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0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3746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0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38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0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40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0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41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0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42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0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46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0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52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0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2687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0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26936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0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269746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0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2698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0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2700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0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2701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0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2702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0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2706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0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2712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0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6370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15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63766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15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63804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15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6381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15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6383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15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6384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15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6385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15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6389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15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6395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15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6398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15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6461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15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64996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15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6512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15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6525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15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6537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15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6550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15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6588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15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6652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15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8275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82816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82854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8286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8288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8289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8290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8294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8300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27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336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3746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38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40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41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42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46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52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24371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3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243776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3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2438146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3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24382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3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24384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3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24385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3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24386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3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24390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3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24396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3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20307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32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203136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32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203174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32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20318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32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20320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32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20321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32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20322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32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20326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32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20332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32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4559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45656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45694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4570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4572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4573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4574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45783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4584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6083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60896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609346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6094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6096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6097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6098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6102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6108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07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136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1746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18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20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21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22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26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32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07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136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1746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18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20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21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22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26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32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あいうえお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07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あ、いう、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136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あ、いう、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1746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あ、いう、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18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あ、いう、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20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あ、いう、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21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あ、いう、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22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あ、いう、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26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あ、いう、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7632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200" lang="ja-JP">
                <a:latin typeface="Hiragino Sans"/>
                <a:ea typeface="Hiragino Sans"/>
              </a:rPr>
              <a:t>あ、いう、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27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336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3746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38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40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41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42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46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52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