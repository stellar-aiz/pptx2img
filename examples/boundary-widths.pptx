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36576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03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09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3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4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6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7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18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22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3728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1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2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3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144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18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75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16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54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6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8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89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90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294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8300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2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5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あ、いう、え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273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36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746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3873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00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127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254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4635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90500"/>
            <a:ext cx="1525270" cy="139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0"/>
            <a:r>
              <a:rPr sz="2400" lang="ja-JP">
                <a:latin typeface="Hiragino Sans"/>
                <a:ea typeface="Hiragino Sans"/>
              </a:rPr>
              <a:t>あいうえおか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