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</p:sldIdLst>
  <p:sldSz cx="3657600" cy="182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03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09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3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4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7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8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22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28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1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4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2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5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68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69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69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69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0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0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0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0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1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70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766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04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1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3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4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5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9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95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398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461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499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12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25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37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50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88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652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75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816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854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86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88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89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90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94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300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2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5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71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77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1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2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4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5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6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90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96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0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136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174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1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2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2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2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2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3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2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5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