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73152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27000"/>
            <a:ext cx="1270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7000" y="127000"/>
            <a:ext cx="139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778000"/>
            <a:ext cx="1524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1778000"/>
            <a:ext cx="165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9000"/>
            <a:ext cx="1778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3429000"/>
            <a:ext cx="1905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27000"/>
            <a:ext cx="1270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7000" y="127000"/>
            <a:ext cx="139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778000"/>
            <a:ext cx="1524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1778000"/>
            <a:ext cx="165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9000"/>
            <a:ext cx="1778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3429000"/>
            <a:ext cx="1905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あ「い」う、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27000"/>
            <a:ext cx="1270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7000" y="127000"/>
            <a:ext cx="139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778000"/>
            <a:ext cx="1524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1778000"/>
            <a:ext cx="165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9000"/>
            <a:ext cx="1778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3429000"/>
            <a:ext cx="1905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「「あ」」い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27000"/>
            <a:ext cx="1270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7000" y="127000"/>
            <a:ext cx="139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778000"/>
            <a:ext cx="1524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1778000"/>
            <a:ext cx="165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9000"/>
            <a:ext cx="1778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3429000"/>
            <a:ext cx="1905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あいうえおか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27000"/>
            <a:ext cx="1270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あ・い：う；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7000" y="127000"/>
            <a:ext cx="139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あ・い：う；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778000"/>
            <a:ext cx="1524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あ・い：う；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1778000"/>
            <a:ext cx="165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あ・い：う；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9000"/>
            <a:ext cx="1778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あ・い：う；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3429000"/>
            <a:ext cx="1905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あ・い：う；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27000"/>
            <a:ext cx="1270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7000" y="127000"/>
            <a:ext cx="139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778000"/>
            <a:ext cx="1524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1778000"/>
            <a:ext cx="165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9000"/>
            <a:ext cx="1778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3429000"/>
            <a:ext cx="1905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あ。いう。え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27000"/>
            <a:ext cx="393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あ、い、う、え、お、か、き、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952500"/>
            <a:ext cx="393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あ、い、う、え、お、か、き、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778000"/>
            <a:ext cx="393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あ、い、う、え、お、か、き、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603500"/>
            <a:ext cx="393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あ、い、う、え、お、か、き、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9000"/>
            <a:ext cx="393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あ、い、う、え、お、か、き、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4254500"/>
            <a:ext cx="393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0"/>
            <a:r>
              <a:rPr sz="2400" lang="ja-JP">
                <a:latin typeface="Hiragino Sans"/>
                <a:ea typeface="Hiragino Sans"/>
              </a:rPr>
              <a:t>あ、い、う、え、お、か、き、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27000"/>
            <a:ext cx="1270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37000" y="127000"/>
            <a:ext cx="1397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778000"/>
            <a:ext cx="1524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7000" y="1778000"/>
            <a:ext cx="1651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29000"/>
            <a:ext cx="1778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3429000"/>
            <a:ext cx="1905000" cy="152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hangingPunct="1"/>
            <a:r>
              <a:rPr sz="2400" lang="ja-JP">
                <a:latin typeface="Hiragino Sans"/>
                <a:ea typeface="Hiragino Sans"/>
              </a:rPr>
              <a:t>あ、いう、え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