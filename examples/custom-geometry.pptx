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365760" y="365760"/>
            <a:ext cx="2560320" cy="2011680"/>
          </a:xfrm>
          <a:custGeom>
            <a:avLst/>
            <a:gdLst/>
            <a:ahLst/>
            <a:cxnLst/>
            <a:rect l="l" t="t" r="r" b="b"/>
            <a:pathLst>
              <a:path w="2560320" h="2011680">
                <a:moveTo>
                  <a:pt x="1280160" y="0"/>
                </a:moveTo>
                <a:lnTo>
                  <a:pt x="2560320" y="804672"/>
                </a:lnTo>
                <a:lnTo>
                  <a:pt x="2048256" y="2011680"/>
                </a:lnTo>
                <a:lnTo>
                  <a:pt x="512064" y="2011680"/>
                </a:lnTo>
                <a:lnTo>
                  <a:pt x="0" y="804672"/>
                </a:lnTo>
                <a:close/>
              </a:path>
            </a:pathLst>
          </a:custGeom>
          <a:solidFill>
            <a:srgbClr val="4FA394"/>
          </a:solidFill>
          <a:ln w="38100">
            <a:solidFill>
              <a:srgbClr val="202020"/>
            </a:solidFill>
          </a:ln>
        </p:spPr>
      </p:sp>
      <p:sp>
        <p:nvSpPr>
          <p:cNvPr id="3" name="Rectangle 2"/>
          <p:cNvSpPr/>
          <p:nvPr/>
        </p:nvSpPr>
        <p:spPr>
          <a:xfrm>
            <a:off x="3291840" y="365760"/>
            <a:ext cx="2560320" cy="2011680"/>
          </a:xfrm>
          <a:custGeom>
            <a:avLst/>
            <a:gdLst/>
            <a:rect l="l" t="t" r="r" b="b"/>
            <a:pathLst>
              <a:path w="1000" h="600">
                <a:moveTo>
                  <a:pt x="0" y="0"/>
                </a:moveTo>
                <a:lnTo>
                  <a:pt x="1000" y="0"/>
                </a:lnTo>
                <a:lnTo>
                  <a:pt x="1000" y="450"/>
                </a:lnTo>
                <a:cubicBezTo>
                  <a:pt x="700" y="650"/>
                  <a:pt x="300" y="250"/>
                  <a:pt x="0" y="600"/>
                </a:cubicBezTo>
                <a:close/>
              </a:path>
            </a:pathLst>
          </a:custGeom>
          <a:solidFill>
            <a:srgbClr val="D2EDFE"/>
          </a:solidFill>
          <a:ln w="38100">
            <a:solidFill>
              <a:srgbClr val="245A51"/>
            </a:solidFill>
          </a:ln>
        </p:spPr>
      </p:sp>
      <p:sp>
        <p:nvSpPr>
          <p:cNvPr id="4" name="Rectangle 3"/>
          <p:cNvSpPr/>
          <p:nvPr/>
        </p:nvSpPr>
        <p:spPr>
          <a:xfrm>
            <a:off x="6217920" y="365760"/>
            <a:ext cx="2560320" cy="2011680"/>
          </a:xfrm>
          <a:custGeom>
            <a:pathLst>
              <a:path w="2560320" h="2011680">
                <a:moveTo>
                  <a:pt x="0" y="2011680"/>
                </a:moveTo>
                <a:lnTo>
                  <a:pt x="0" y="548640"/>
                </a:lnTo>
                <a:arcTo wR="548640" hR="548640" stAng="10800000" swAng="5400000"/>
                <a:lnTo>
                  <a:pt x="2011680" y="0"/>
                </a:lnTo>
                <a:arcTo wR="548640" hR="548640" stAng="16200000" swAng="5400000"/>
                <a:lnTo>
                  <a:pt x="2560320" y="2011680"/>
                </a:lnTo>
                <a:close/>
              </a:path>
            </a:pathLst>
          </a:custGeom>
          <a:solidFill>
            <a:srgbClr val="FFC000"/>
          </a:solidFill>
          <a:ln w="38100">
            <a:solidFill>
              <a:srgbClr val="202020"/>
            </a:solidFill>
          </a:ln>
        </p:spPr>
      </p:sp>
      <p:sp>
        <p:nvSpPr>
          <p:cNvPr id="5" name="Rectangle 4"/>
          <p:cNvSpPr/>
          <p:nvPr/>
        </p:nvSpPr>
        <p:spPr>
          <a:xfrm>
            <a:off x="365760" y="2743200"/>
            <a:ext cx="2560320" cy="2011680"/>
          </a:xfrm>
          <a:custGeom>
            <a:pathLst>
              <a:path w="100" h="100" fill="none">
                <a:moveTo>
                  <a:pt x="0" y="100"/>
                </a:moveTo>
                <a:quadBezTo>
                  <a:pt x="25" y="0"/>
                  <a:pt x="50" y="50"/>
                </a:quadBezTo>
                <a:quadBezTo>
                  <a:pt x="75" y="100"/>
                  <a:pt x="100" y="0"/>
                </a:quadBezTo>
              </a:path>
            </a:pathLst>
          </a:custGeom>
          <a:solidFill>
            <a:srgbClr val="C00000"/>
          </a:solidFill>
          <a:ln w="76200">
            <a:solidFill>
              <a:srgbClr val="0070C0"/>
            </a:solidFill>
          </a:ln>
        </p:spPr>
      </p:sp>
      <p:sp>
        <p:nvSpPr>
          <p:cNvPr id="6" name="Rectangle 5"/>
          <p:cNvSpPr/>
          <p:nvPr/>
        </p:nvSpPr>
        <p:spPr>
          <a:xfrm>
            <a:off x="3291840" y="2743200"/>
            <a:ext cx="2560320" cy="2011680"/>
          </a:xfrm>
          <a:custGeom>
            <a:avLst/>
            <a:gdLst>
              <a:gd name="arm" fmla="*/ w 1 4"/>
              <a:gd name="bar" fmla="*/ ss 1 6"/>
              <a:gd name="inner" fmla="+- r 0 bar"/>
              <a:gd name="low" fmla="+- b 0 bar"/>
              <a:gd name="armIn" fmla="+- r 0 arm"/>
            </a:gdLst>
            <a:rect l="l" t="bar" r="inner" b="low"/>
            <a:pathLst>
              <a:path>
                <a:moveTo>
                  <a:pt x="armIn" y="t"/>
                </a:moveTo>
                <a:lnTo>
                  <a:pt x="r" y="t"/>
                </a:lnTo>
                <a:lnTo>
                  <a:pt x="r" y="b"/>
                </a:lnTo>
                <a:lnTo>
                  <a:pt x="armIn" y="b"/>
                </a:lnTo>
                <a:lnTo>
                  <a:pt x="armIn" y="low"/>
                </a:lnTo>
                <a:lnTo>
                  <a:pt x="inner" y="low"/>
                </a:lnTo>
                <a:lnTo>
                  <a:pt x="inner" y="bar"/>
                </a:lnTo>
                <a:lnTo>
                  <a:pt x="armIn" y="bar"/>
                </a:lnTo>
                <a:close/>
              </a:path>
            </a:pathLst>
          </a:custGeom>
          <a:solidFill>
            <a:srgbClr val="7030A0"/>
          </a:solidFill>
          <a:ln w="38100">
            <a:solidFill>
              <a:srgbClr val="202020"/>
            </a:solidFill>
          </a:ln>
        </p:spPr>
      </p:sp>
      <p:sp>
        <p:nvSpPr>
          <p:cNvPr id="7" name="Rectangle 6"/>
          <p:cNvSpPr/>
          <p:nvPr/>
        </p:nvSpPr>
        <p:spPr>
          <a:xfrm>
            <a:off x="6217920" y="2743200"/>
            <a:ext cx="2560320" cy="2011680"/>
          </a:xfrm>
          <a:custGeom>
            <a:pathLst>
              <a:path w="100" h="100" stroke="0">
                <a:moveTo>
                  <a:pt x="0" y="50"/>
                </a:moveTo>
                <a:arcTo wR="50" hR="50" stAng="10800000" swAng="10800000"/>
                <a:arcTo wR="50" hR="50" stAng="0" swAng="10800000"/>
                <a:close/>
              </a:path>
              <a:path w="100" h="100" fill="none">
                <a:moveTo>
                  <a:pt x="0" y="0"/>
                </a:moveTo>
                <a:lnTo>
                  <a:pt x="100" y="0"/>
                </a:lnTo>
                <a:lnTo>
                  <a:pt x="100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00B0F0"/>
          </a:solidFill>
          <a:ln w="38100">
            <a:solidFill>
              <a:srgbClr val="C0000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